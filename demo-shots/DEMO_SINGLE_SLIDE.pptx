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0F2D"/>
            </a:gs>
            <a:gs pos="100000">
              <a:srgbClr val="1A1A4E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🚀 QuizHub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A78BFA"/>
                </a:solidFill>
              </a:defRPr>
            </a:pPr>
            <a:r>
              <a:t>AI-Powered Question Management &amp; Live Quiz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114800"/>
            <a:ext cx="5486400" cy="1828800"/>
          </a:xfrm>
          <a:prstGeom prst="rect">
            <a:avLst/>
          </a:prstGeom>
          <a:solidFill>
            <a:srgbClr val="1E1E3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34D399"/>
                </a:solidFill>
              </a:defRPr>
            </a:pPr>
            <a:r>
              <a:t>421 Features  •  2,029 Tests  •  92.5%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CA3AF"/>
                </a:solidFill>
              </a:defRPr>
            </a:pPr>
            <a:r>
              <a:t>Accenture Hack-N-Stack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!-- Main sequence (triggered on click) -->
            <p:seq concurrent="1" nextAc="seek">
              <p:cTn id="2" dur="indefinite" nodeType="mainSeq">
                <p:childTnLst>
                  <!-- Click 1: Title flies in from left --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!-- After title: Subtitle fades in --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!-- After subtitle: Stats card zooms in --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600" fill="hold"/>
                                        <p:tgtEl>
                                          <p:spTgt spid="4"/>
                                        </p:tgtEl>
                                      </p:cBhvr>
                                      <p:from x="50000" y="5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!-- After card: Team info appears --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